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89" r:id="rId3"/>
    <p:sldId id="290" r:id="rId4"/>
    <p:sldId id="258" r:id="rId5"/>
    <p:sldId id="293" r:id="rId6"/>
    <p:sldId id="269" r:id="rId7"/>
    <p:sldId id="294" r:id="rId8"/>
    <p:sldId id="260" r:id="rId9"/>
    <p:sldId id="278" r:id="rId10"/>
    <p:sldId id="279" r:id="rId11"/>
    <p:sldId id="292" r:id="rId12"/>
    <p:sldId id="287" r:id="rId13"/>
    <p:sldId id="286" r:id="rId14"/>
    <p:sldId id="28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ati Shiva Shankar Reddy" userId="2fa39166699d8f20" providerId="LiveId" clId="{28F7BD8E-27E9-4439-BF30-0E43AC4CBB64}"/>
    <pc:docChg chg="modSld sldOrd">
      <pc:chgData name="Ambati Shiva Shankar Reddy" userId="2fa39166699d8f20" providerId="LiveId" clId="{28F7BD8E-27E9-4439-BF30-0E43AC4CBB64}" dt="2026-09-02T12:21:18.103" v="3"/>
      <pc:docMkLst>
        <pc:docMk/>
      </pc:docMkLst>
      <pc:sldChg chg="ord">
        <pc:chgData name="Ambati Shiva Shankar Reddy" userId="2fa39166699d8f20" providerId="LiveId" clId="{28F7BD8E-27E9-4439-BF30-0E43AC4CBB64}" dt="2026-09-02T12:21:18.103" v="3"/>
        <pc:sldMkLst>
          <pc:docMk/>
          <pc:sldMk cId="3175488086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63CD4-96FF-47C8-A890-79A36E5DA5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58BEA7-EEBF-4647-90A6-F27CFB115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646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8BEA7-EEBF-4647-90A6-F27CFB115AB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753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8B227-FCC7-6C1B-2A43-A1DD6DE97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66F860-57F2-0FA2-B12A-8A8F53734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0CB87-AA86-8C2A-AF99-17124641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19106-2290-E4BA-1D33-9175C5AA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4204F-78FD-4190-7CEB-FEC8F294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6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8DCF6-C011-09F3-EE13-E09A91DB8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08EBD-0AF7-B101-7FA7-296709448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A4E0C-CF61-2639-C517-9AD8FEBB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0FF13-2BCE-3536-DCD0-CA1D34019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85379-51B9-55E0-6864-53EF51D2F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77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5D9CD-7634-9962-C0E5-D5E6C3FA6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A11C5-E0F3-1C22-2B24-67CF239C2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999E1-DD54-1E2E-1CB2-5A221CC52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31497-C79E-5362-9E58-50ECAEDD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5E203-5A7A-5DDB-AB28-17F0335A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941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633E5-15B9-672F-D6DA-3EE2C4743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76CCF-8781-F38A-F959-F09795692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491CF-441B-02A5-1684-257D9A518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7D9E5-4329-C7FD-B1DC-14E8AE666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CE91F-E553-25F6-E183-7FB9991A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0B3E0-A59A-D7AD-6290-BCB004D3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402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0114-86E1-6AC0-A3BB-36E4485C5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9F269-60C5-E0BB-3068-31F5C7798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23E63-28BF-50FB-EF0A-96B662B29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52FD2-649A-5B6F-52DF-EA9AB329E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BE8CED-ADB8-1149-711A-9B6C27FCF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221FF-F879-BFA9-4A2E-652B6C62E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A70797-4FCA-AE4A-7EBD-7F0A49531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D8ABA-52B2-F56B-987D-F72583D0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82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933B-241B-2B5F-A48F-E2AA90EB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ECD85-B224-36BE-C706-CA619EFE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09CD9-7C06-52F2-86E8-1892EF30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747C5-42CD-C03A-42E0-059C1B78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3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FAE637-5D07-1C59-3438-FA172CCE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433A63-B230-89D5-EA90-B1B485C63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B808F-BAB8-7B72-3866-D4DF2FCB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54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22AE7-5EC6-55EA-C0A6-EFE51D67B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02F3-80AF-A8D5-7AA5-FA06A85D7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5E57D-B209-507B-3769-0F1AB67F7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22038-C1C7-DBB6-41D9-4E80471E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5984F-C8FF-D807-D258-72195266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CC8E9-451C-F75E-47AF-10CE68AF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66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22235-3852-24C0-E4D6-A4CAE4B9D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6776F8-E714-3A00-380D-8FC5A05B4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BC27F-D3D5-3D55-1D40-FAD2A7C42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BBDDF-23DE-047A-B398-D796CE98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5647C-8EE5-E120-913D-13C566A5B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BEACE-7EA3-8CE0-27B1-A89A41C42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6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ADEC-B9FE-20F2-025A-CBC5EB839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361EF-ACD6-5D7B-63FD-BD080AFAD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6A0B4-FEF1-7660-F865-BE68227E8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5183A-F473-11A8-A79C-09B64178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D3780-C340-A55A-90AC-D7A0556F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749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0DE63-9C33-6F06-4756-F5C32AC74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A9C02-961F-76BF-6CAF-0BF72C5F3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2BFB9-C235-2E50-3089-19C24307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F2406-3EA3-29C9-CDAA-6B9F51B5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4DDEA-760D-5662-3F35-0C482373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824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1B6E79-83D2-60CF-938B-DCA3C905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CD2BD-1EFD-DF5B-75AE-3BEFB2D6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460D0-46D6-D4F3-2F5B-E9C5EF05C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87631-C76C-4B3E-BC1C-34B1DCAF62B0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2AC28-1B4F-A16A-5D70-59A777121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EC5C6-62AB-46C0-9302-37133D69D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56340-CC9A-4839-807D-DC6EA9974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058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A4D4A-6CFE-94AF-AAFF-41AEB3F84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171" y="2466760"/>
            <a:ext cx="10487025" cy="1156198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Password Pattern Validator using Brute Force String Matching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89D71-2F4A-FFF8-B729-9F429AFCD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123" y="4739148"/>
            <a:ext cx="4114448" cy="189280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Guided by: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F. Mary Harin Fernandez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1C0B1-AD1D-871E-C0B6-294E6DE9F469}"/>
              </a:ext>
            </a:extLst>
          </p:cNvPr>
          <p:cNvSpPr txBox="1"/>
          <p:nvPr/>
        </p:nvSpPr>
        <p:spPr>
          <a:xfrm>
            <a:off x="3613104" y="2883563"/>
            <a:ext cx="8886479" cy="770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EEA76-6700-E977-8A6B-04D4FC834BCE}"/>
              </a:ext>
            </a:extLst>
          </p:cNvPr>
          <p:cNvSpPr txBox="1"/>
          <p:nvPr/>
        </p:nvSpPr>
        <p:spPr>
          <a:xfrm>
            <a:off x="1416223" y="2090620"/>
            <a:ext cx="922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CSA0613 Design and Analysis of Algorithms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A33B5-5E7C-EE2F-9F08-7B31BDD459DD}"/>
              </a:ext>
            </a:extLst>
          </p:cNvPr>
          <p:cNvSpPr txBox="1"/>
          <p:nvPr/>
        </p:nvSpPr>
        <p:spPr>
          <a:xfrm>
            <a:off x="7433187" y="4559008"/>
            <a:ext cx="4758813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B.SAI KRISHNA(192472300)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A.SHIVA SHANKAR REDDY(192425174)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V.SHIVA(192472256)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5408F-1568-A287-1C01-C1EF0B496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3237"/>
            <a:ext cx="12061371" cy="11254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51C4EC-F63D-34CF-AB21-46B791EA40CB}"/>
              </a:ext>
            </a:extLst>
          </p:cNvPr>
          <p:cNvSpPr txBox="1"/>
          <p:nvPr/>
        </p:nvSpPr>
        <p:spPr>
          <a:xfrm>
            <a:off x="2145287" y="1565914"/>
            <a:ext cx="7151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539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FCDB-61C2-2578-9C74-84B2BAD0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A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87EE8-D500-C86B-1141-4EA831162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and Analysis Solution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1,2,3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DAD58-8143-041D-01BF-AC65F9F02B9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6316" y="50502"/>
            <a:ext cx="1395502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6D8130-F241-BA76-BE3E-BC67CA82C0E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451" y="0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820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CB6C-2D03-0897-E847-B1351B2D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6D117-CA2E-59C5-B067-80B3BF9CA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322"/>
            <a:ext cx="10591800" cy="52571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security is essential for protecting user accounts and sensitive information in today's digital world.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and predictable passwords increase the risk of unauthorized access, brute-force attacks, and data breaches.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Secure Password Pattern Validator that uses the Brute Force String Matching algorithm to detect weak password patterns.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compares the user's password character-by-character with a database of common passwords and insecure patterns.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weak passwords containing repeated characters, sequential patterns (such as "123456" or 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abcdef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"), and commonly used passwords.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CA76A-39B1-0742-598E-88A045AB642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6316" y="50502"/>
            <a:ext cx="1395502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E13DAC-D815-E5A0-E2CE-0B028537DA9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451" y="0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965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67DC7-8931-61C1-4316-A08B6F150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598" y="0"/>
            <a:ext cx="10858892" cy="96914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466DD03E-F806-8330-D482-DD6462187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2" y="-40108"/>
            <a:ext cx="1384827" cy="1419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object 4" descr="object 4">
            <a:extLst>
              <a:ext uri="{FF2B5EF4-FFF2-40B4-BE49-F238E27FC236}">
                <a16:creationId xmlns:a16="http://schemas.microsoft.com/office/drawing/2014/main" id="{56825617-BD43-E50D-5822-E41023B3A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5457" y="0"/>
            <a:ext cx="1121756" cy="143904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8D564C-4CD2-E17C-D1E2-D254AC2ED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866" y="1861491"/>
            <a:ext cx="10858892" cy="468082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Passwords are the first line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protecting user accounts and sensitive information.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online services, the risk of cyberattacks and unauthorized access has increased significantly.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users create weak passwords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123456", "password", 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abcdef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repeated character patterns, making accounts vulnerable to attacks.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passwords can be easily guessed using brute-force attacks or dictionary attacks.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secure password should be difficult to predict and should follow standard security guidelines.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582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 descr="object 5">
            <a:extLst>
              <a:ext uri="{FF2B5EF4-FFF2-40B4-BE49-F238E27FC236}">
                <a16:creationId xmlns:a16="http://schemas.microsoft.com/office/drawing/2014/main" id="{DE152BA2-2083-EF1C-CCAB-A729A7D1E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" y="127792"/>
            <a:ext cx="1296126" cy="13282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object 4" descr="object 4">
            <a:extLst>
              <a:ext uri="{FF2B5EF4-FFF2-40B4-BE49-F238E27FC236}">
                <a16:creationId xmlns:a16="http://schemas.microsoft.com/office/drawing/2014/main" id="{B8A37FBC-CE18-2BF7-B8C2-7093BC0ED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707" y="60158"/>
            <a:ext cx="1009882" cy="129552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909D3B-CF10-4AF7-B98E-D0E15501B8DB}"/>
              </a:ext>
            </a:extLst>
          </p:cNvPr>
          <p:cNvSpPr txBox="1"/>
          <p:nvPr/>
        </p:nvSpPr>
        <p:spPr>
          <a:xfrm>
            <a:off x="2969312" y="413656"/>
            <a:ext cx="7271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and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79B302-9BA3-BB98-19E4-F4129920AA6C}"/>
              </a:ext>
            </a:extLst>
          </p:cNvPr>
          <p:cNvSpPr txBox="1"/>
          <p:nvPr/>
        </p:nvSpPr>
        <p:spPr>
          <a:xfrm>
            <a:off x="1045029" y="1719944"/>
            <a:ext cx="9731827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and predictable passwords increase the risk of unauthorized access and cyberattacks.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systems fail to detect common password patterns, repeated characters, and sequential strings.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passwords are highly vulnerable to brute-force and dictionary attacks.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efficient password validation system that identifies weak password patterns before acceptance.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require instant feedback and security recommendations to create stronger and more secure passwords.</a:t>
            </a:r>
          </a:p>
        </p:txBody>
      </p:sp>
    </p:spTree>
    <p:extLst>
      <p:ext uri="{BB962C8B-B14F-4D97-AF65-F5344CB8AC3E}">
        <p14:creationId xmlns:p14="http://schemas.microsoft.com/office/powerpoint/2010/main" val="1758607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7435-D523-69D8-4916-75EF1F348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228" y="127793"/>
            <a:ext cx="9538887" cy="56046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EA519-749A-5513-BCB5-084FE35A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044" y="1315405"/>
            <a:ext cx="10778147" cy="48241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password strength by checking whether the password meets standard security requirements such as length, uppercase letters, lowercase letters, numbers, and special characters.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weak password patterns by comparing the entered password with commonly used passwords, repeated characters, and sequential patterns using the Brute Force String Matching algorithm.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instant feedback by classifying passwords as Weak, Medium, or Strong and displaying suggestions for creating stronger passwords..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application of Brute Force String Matching in password validation and promote cybersecurity awareness through a simple and effective security solution.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79C40890-FF57-01D3-904C-3F62026DF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" y="127792"/>
            <a:ext cx="1198154" cy="12278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object 4" descr="object 4">
            <a:extLst>
              <a:ext uri="{FF2B5EF4-FFF2-40B4-BE49-F238E27FC236}">
                <a16:creationId xmlns:a16="http://schemas.microsoft.com/office/drawing/2014/main" id="{E39838EF-7F5C-E9EF-1C0B-B72D5E37E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8743" y="113505"/>
            <a:ext cx="936897" cy="12019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15914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 descr="object 5">
            <a:extLst>
              <a:ext uri="{FF2B5EF4-FFF2-40B4-BE49-F238E27FC236}">
                <a16:creationId xmlns:a16="http://schemas.microsoft.com/office/drawing/2014/main" id="{E636D49A-EEE8-701B-4A34-A5B91189A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9" y="127791"/>
            <a:ext cx="1307011" cy="1339453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object 4" descr="object 4">
            <a:extLst>
              <a:ext uri="{FF2B5EF4-FFF2-40B4-BE49-F238E27FC236}">
                <a16:creationId xmlns:a16="http://schemas.microsoft.com/office/drawing/2014/main" id="{79CD732D-DB81-D097-B88A-8885C7064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630" y="113504"/>
            <a:ext cx="1307011" cy="1400143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3F727D-3564-4CE9-CB22-CD3DB09C4B15}"/>
              </a:ext>
            </a:extLst>
          </p:cNvPr>
          <p:cNvSpPr txBox="1"/>
          <p:nvPr/>
        </p:nvSpPr>
        <p:spPr>
          <a:xfrm>
            <a:off x="3135085" y="511629"/>
            <a:ext cx="525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2EF56-850E-AB75-C474-A8CA0CF1A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971" y="1046514"/>
            <a:ext cx="8490858" cy="56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07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9D28A-B944-54EE-73A2-62C75D49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477" y="147320"/>
            <a:ext cx="9426677" cy="10922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Module-1: Password Dataset Management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CE5549BF-71FE-2741-8F81-4B394017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3" y="123780"/>
            <a:ext cx="1253224" cy="1284331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object 4" descr="object 4">
            <a:extLst>
              <a:ext uri="{FF2B5EF4-FFF2-40B4-BE49-F238E27FC236}">
                <a16:creationId xmlns:a16="http://schemas.microsoft.com/office/drawing/2014/main" id="{2D017077-20F9-1142-E337-0382C7522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2523" y="60158"/>
            <a:ext cx="1224066" cy="157029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BA54FC-E129-64A2-9D97-CFB701C03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714" y="1408111"/>
            <a:ext cx="9426677" cy="4822419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Weak Passwords: Maintains a database of common and weak passwords such as "123456", "password", and "qwerty". </a:t>
            </a:r>
          </a:p>
          <a:p>
            <a:pPr algn="just">
              <a:lnSpc>
                <a:spcPct val="1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Password Patterns: Stores repeated characters, sequential patterns, and common password combinations in a structured format. </a:t>
            </a:r>
          </a:p>
          <a:p>
            <a:pPr algn="just">
              <a:lnSpc>
                <a:spcPct val="1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Dataset: Allows adding, modifying, and removing password entries to keep the database up to date. </a:t>
            </a:r>
          </a:p>
          <a:p>
            <a:pPr algn="just">
              <a:lnSpc>
                <a:spcPct val="1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Validation: Provides the stored password patterns to the Brute Force String Matching module for comparison.</a:t>
            </a:r>
          </a:p>
        </p:txBody>
      </p:sp>
    </p:spTree>
    <p:extLst>
      <p:ext uri="{BB962C8B-B14F-4D97-AF65-F5344CB8AC3E}">
        <p14:creationId xmlns:p14="http://schemas.microsoft.com/office/powerpoint/2010/main" val="836182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3E133-7CB0-B9F1-D242-3C8E6EADF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1B850-1E1D-40C9-BC2D-5FE9FED21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530" y="147320"/>
            <a:ext cx="8962657" cy="10922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 : Password Pattern Validation Engine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41BEDA26-0806-0AC0-C8AD-A5DB303CC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3" y="123780"/>
            <a:ext cx="999490" cy="102429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object 4" descr="object 4">
            <a:extLst>
              <a:ext uri="{FF2B5EF4-FFF2-40B4-BE49-F238E27FC236}">
                <a16:creationId xmlns:a16="http://schemas.microsoft.com/office/drawing/2014/main" id="{D2D6281C-3525-9CAC-627F-C648655AC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7259" y="60158"/>
            <a:ext cx="919329" cy="1179362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125F5B-71EA-A96D-2089-048CBF723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458" y="1020096"/>
            <a:ext cx="9274768" cy="481780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User Password: Receives the password entered by the user for validation.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Security Rules: Verifies the password based on length, uppercase letters, lowercase letters, numbers, and special characters.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Weak Patterns: Identifies repeated characters, sequential strings, and common password patterns.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 Using Brute Force Matching: Compares the entered password with the stored weak password dataset using the Brute Force String Matching algorithm.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Validation Result: Classifies the password as Weak, Medium, or Strong and sends the result to the feedback module.</a:t>
            </a:r>
          </a:p>
        </p:txBody>
      </p:sp>
    </p:spTree>
    <p:extLst>
      <p:ext uri="{BB962C8B-B14F-4D97-AF65-F5344CB8AC3E}">
        <p14:creationId xmlns:p14="http://schemas.microsoft.com/office/powerpoint/2010/main" val="2702079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3C37A-2038-25FD-92DC-59839198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7975-68BE-113E-D5A2-5212149F2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530" y="147320"/>
            <a:ext cx="8962657" cy="10922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Analysis &amp; Reporting</a:t>
            </a:r>
          </a:p>
        </p:txBody>
      </p:sp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EEB9C356-4F32-21E3-EEFE-F7FF84274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2" y="147320"/>
            <a:ext cx="999490" cy="102429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object 4" descr="object 4">
            <a:extLst>
              <a:ext uri="{FF2B5EF4-FFF2-40B4-BE49-F238E27FC236}">
                <a16:creationId xmlns:a16="http://schemas.microsoft.com/office/drawing/2014/main" id="{D4F701CB-7535-9163-F8A2-2FB151C34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7259" y="60158"/>
            <a:ext cx="919329" cy="1179362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E9A0BAE-4149-CF77-271F-99683CD4D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039" y="1317524"/>
            <a:ext cx="9481585" cy="513751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Strength: Evaluates the validated password and classifies it as Weak, Medium, or Strong.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Security Report: Creates a report showing the password strength and detected security issues.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Improvement Suggestions: Recommends adding uppercase letters, numbers, special characters, or increasing password length.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Validation Results: Shows the final password validation status and security score to the user.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User Awareness: Helps users understand password security and encourages the creation of strong, secure passwords.</a:t>
            </a:r>
          </a:p>
        </p:txBody>
      </p:sp>
    </p:spTree>
    <p:extLst>
      <p:ext uri="{BB962C8B-B14F-4D97-AF65-F5344CB8AC3E}">
        <p14:creationId xmlns:p14="http://schemas.microsoft.com/office/powerpoint/2010/main" val="317548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CA4B1-7891-BE41-2D6D-1B2032460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23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A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8FFF9-F6F5-6741-E74A-4C0F9C2502E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6316" y="50502"/>
            <a:ext cx="1395502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4EAFE-C3A9-D398-2EFC-86426EF5CF6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451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3B8236-226C-DC68-8A2A-9FE401E93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818" y="1219676"/>
            <a:ext cx="10158505" cy="545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032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252F-5DC7-BA52-0058-48C7F920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A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 descr="object 5">
            <a:extLst>
              <a:ext uri="{FF2B5EF4-FFF2-40B4-BE49-F238E27FC236}">
                <a16:creationId xmlns:a16="http://schemas.microsoft.com/office/drawing/2014/main" id="{491ED1FA-A76B-DA69-BE81-206B32381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2" y="147320"/>
            <a:ext cx="999490" cy="1024299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object 4" descr="object 4">
            <a:extLst>
              <a:ext uri="{FF2B5EF4-FFF2-40B4-BE49-F238E27FC236}">
                <a16:creationId xmlns:a16="http://schemas.microsoft.com/office/drawing/2014/main" id="{C8A69011-6A57-8330-A559-42A05C7C4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7259" y="60158"/>
            <a:ext cx="919329" cy="117936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7C730A8D-047C-2909-BA50-2CFA616531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98638"/>
            <a:ext cx="10309059" cy="4659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effectively identifies weak and predictable password patterns using the Brute Force String Matching algorithm.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validates passwords based on security rules such as length, uppercase, lowercase, numbers, and special characters.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classifies passwords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provides suggestions for improvement.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enhances password security by encouraging users to create strong and unique passwords.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is simple, reliable, easy to implement, and suitable for educational, authentication, and small-scale security applications.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360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4113E-C2A0-EA78-4B25-AEB3D14D0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A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EBC79-CA1B-705B-67C1-D79742F85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59" y="123952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6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Tiwari, D. et al. (2023).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review of social network sentiment analysis with comparative study of ensemble-based techniques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Review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56, 13407–13461. </a:t>
            </a:r>
          </a:p>
          <a:p>
            <a:pPr lvl="0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Rodríguez-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Ibánez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et al. (2023).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review on sentiment analysis from social media platforms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 with Applications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223, 119862. </a:t>
            </a:r>
          </a:p>
          <a:p>
            <a:pPr lvl="0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Singh, L. G. &amp; Singh, S. R. (2024).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of tweets using text and graph multi-views learning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and Information Systems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66, 2965–2985. </a:t>
            </a:r>
          </a:p>
          <a:p>
            <a:pPr lvl="0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Mohammed, A. M. K. et al. (2025).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GSAF: An ML-Based Sentiment Analytics Framework for Understanding Contemporary Public Sentiment and Trends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16(4), 271. </a:t>
            </a:r>
          </a:p>
          <a:p>
            <a:pPr lvl="0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Lien, A. K. et al. (2022).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OSN Dashboard Tool for Sentiment Analysis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arXiv:2206.06935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60000"/>
              </a:lnSpc>
            </a:pPr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 descr="object 5">
            <a:extLst>
              <a:ext uri="{FF2B5EF4-FFF2-40B4-BE49-F238E27FC236}">
                <a16:creationId xmlns:a16="http://schemas.microsoft.com/office/drawing/2014/main" id="{78DA9860-3F8F-ED38-AD3C-29BE510E9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2" y="147320"/>
            <a:ext cx="999490" cy="1024299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object 4" descr="object 4">
            <a:extLst>
              <a:ext uri="{FF2B5EF4-FFF2-40B4-BE49-F238E27FC236}">
                <a16:creationId xmlns:a16="http://schemas.microsoft.com/office/drawing/2014/main" id="{C6AA89E7-3FCA-8242-3833-3101D8684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7259" y="60158"/>
            <a:ext cx="919329" cy="117936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95452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754638-D793-F9FC-BF78-311D2DCE0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55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1546</TotalTime>
  <Words>997</Words>
  <Application>Microsoft Office PowerPoint</Application>
  <PresentationFormat>Widescreen</PresentationFormat>
  <Paragraphs>76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   Secure Password Pattern Validator using Brute Force String Matching</vt:lpstr>
      <vt:lpstr>AGENDA</vt:lpstr>
      <vt:lpstr>Abstract</vt:lpstr>
      <vt:lpstr>Introduction</vt:lpstr>
      <vt:lpstr>PowerPoint Presentation</vt:lpstr>
      <vt:lpstr>Objectives</vt:lpstr>
      <vt:lpstr>PowerPoint Presentation</vt:lpstr>
      <vt:lpstr>Module-1: Password Dataset Management</vt:lpstr>
      <vt:lpstr>Module-2 : Password Pattern Validation Engine</vt:lpstr>
      <vt:lpstr>Module-3  Security Analysis &amp; Reporting</vt:lpstr>
      <vt:lpstr>Output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Intelligent and Adaptive  Urban Traffic Signal Control System Using Q-Learning</dc:title>
  <dc:creator>chirudeep reddy</dc:creator>
  <cp:lastModifiedBy>Ambati Shiva Shankar Reddy</cp:lastModifiedBy>
  <cp:revision>32</cp:revision>
  <dcterms:created xsi:type="dcterms:W3CDTF">2026-01-31T00:49:47Z</dcterms:created>
  <dcterms:modified xsi:type="dcterms:W3CDTF">2026-09-02T12:21:23Z</dcterms:modified>
</cp:coreProperties>
</file>